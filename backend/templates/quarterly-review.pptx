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286000"/>
            <a:ext cx="2011680" cy="6400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itle_text"/>
          <p:cNvSpPr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 Title</a:t>
            </a:r>
            <a:endParaRPr lang="en-US" sz="4400" dirty="0"/>
          </a:p>
        </p:txBody>
      </p:sp>
      <p:sp>
        <p:nvSpPr>
          <p:cNvPr id="5" name="subtitle_text"/>
          <p:cNvSpPr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6DC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/ engagement subtitle</a:t>
            </a:r>
            <a:endParaRPr lang="en-US" sz="2200" dirty="0"/>
          </a:p>
        </p:txBody>
      </p:sp>
      <p:sp>
        <p:nvSpPr>
          <p:cNvPr id="6" name="date_text"/>
          <p:cNvSpPr/>
          <p:nvPr/>
        </p:nvSpPr>
        <p:spPr>
          <a:xfrm>
            <a:off x="822960" y="5943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A2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heading_text"/>
          <p:cNvSpPr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Highlights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4805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6" name="kpi1_label"/>
          <p:cNvSpPr/>
          <p:nvPr/>
        </p:nvSpPr>
        <p:spPr>
          <a:xfrm>
            <a:off x="58521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1 label</a:t>
            </a:r>
            <a:endParaRPr lang="en-US" sz="1400" dirty="0"/>
          </a:p>
        </p:txBody>
      </p:sp>
      <p:sp>
        <p:nvSpPr>
          <p:cNvPr id="7" name="kpi1_value"/>
          <p:cNvSpPr/>
          <p:nvPr/>
        </p:nvSpPr>
        <p:spPr>
          <a:xfrm>
            <a:off x="58521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32841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9" name="kpi2_label"/>
          <p:cNvSpPr/>
          <p:nvPr/>
        </p:nvSpPr>
        <p:spPr>
          <a:xfrm>
            <a:off x="346557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2 label</a:t>
            </a:r>
            <a:endParaRPr lang="en-US" sz="1400" dirty="0"/>
          </a:p>
        </p:txBody>
      </p:sp>
      <p:sp>
        <p:nvSpPr>
          <p:cNvPr id="10" name="kpi2_value"/>
          <p:cNvSpPr/>
          <p:nvPr/>
        </p:nvSpPr>
        <p:spPr>
          <a:xfrm>
            <a:off x="346557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20877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12" name="kpi3_label"/>
          <p:cNvSpPr/>
          <p:nvPr/>
        </p:nvSpPr>
        <p:spPr>
          <a:xfrm>
            <a:off x="634593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3 label</a:t>
            </a:r>
            <a:endParaRPr lang="en-US" sz="1400" dirty="0"/>
          </a:p>
        </p:txBody>
      </p:sp>
      <p:sp>
        <p:nvSpPr>
          <p:cNvPr id="13" name="kpi3_value"/>
          <p:cNvSpPr/>
          <p:nvPr/>
        </p:nvSpPr>
        <p:spPr>
          <a:xfrm>
            <a:off x="634593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8913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15" name="kpi4_label"/>
          <p:cNvSpPr/>
          <p:nvPr/>
        </p:nvSpPr>
        <p:spPr>
          <a:xfrm>
            <a:off x="922629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4 label</a:t>
            </a:r>
            <a:endParaRPr lang="en-US" sz="1400" dirty="0"/>
          </a:p>
        </p:txBody>
      </p:sp>
      <p:sp>
        <p:nvSpPr>
          <p:cNvPr id="16" name="kpi4_value"/>
          <p:cNvSpPr/>
          <p:nvPr/>
        </p:nvSpPr>
        <p:spPr>
          <a:xfrm>
            <a:off x="922629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3000" dirty="0"/>
          </a:p>
        </p:txBody>
      </p:sp>
      <p:sp>
        <p:nvSpPr>
          <p:cNvPr id="17" name="source_note"/>
          <p:cNvSpPr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workbook reference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2026-06-07T02:12:50Z</dcterms:created>
  <dcterms:modified xsi:type="dcterms:W3CDTF">2026-06-07T02:12:50Z</dcterms:modified>
</cp:coreProperties>
</file>