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2286000"/>
            <a:ext cx="2011680" cy="6400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itle_text"/>
          <p:cNvSpPr/>
          <p:nvPr/>
        </p:nvSpPr>
        <p:spPr>
          <a:xfrm>
            <a:off x="822960" y="24688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Presentation Title</a:t>
            </a:r>
            <a:endParaRPr lang="en-US" sz="4400" dirty="0"/>
          </a:p>
        </p:txBody>
      </p:sp>
      <p:sp>
        <p:nvSpPr>
          <p:cNvPr id="5" name="subtitle_text"/>
          <p:cNvSpPr/>
          <p:nvPr/>
        </p:nvSpPr>
        <p:spPr>
          <a:xfrm>
            <a:off x="822960" y="37490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D6DC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/ engagement subtitle</a:t>
            </a:r>
            <a:endParaRPr lang="en-US" sz="2200" dirty="0"/>
          </a:p>
        </p:txBody>
      </p:sp>
      <p:sp>
        <p:nvSpPr>
          <p:cNvPr id="6" name="date_text"/>
          <p:cNvSpPr/>
          <p:nvPr/>
        </p:nvSpPr>
        <p:spPr>
          <a:xfrm>
            <a:off x="822960" y="5943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A2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heading_text"/>
          <p:cNvSpPr/>
          <p:nvPr/>
        </p:nvSpPr>
        <p:spPr>
          <a:xfrm>
            <a:off x="548640" y="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Highlights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48056" y="201168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2F4F8"/>
          </a:solidFill>
          <a:ln w="9525">
            <a:solidFill>
              <a:srgbClr val="2E5395"/>
            </a:solidFill>
            <a:prstDash val="solid"/>
          </a:ln>
        </p:spPr>
      </p:sp>
      <p:sp>
        <p:nvSpPr>
          <p:cNvPr id="6" name="kpi1_label"/>
          <p:cNvSpPr/>
          <p:nvPr/>
        </p:nvSpPr>
        <p:spPr>
          <a:xfrm>
            <a:off x="585216" y="22860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1 label</a:t>
            </a:r>
            <a:endParaRPr lang="en-US" sz="1400" dirty="0"/>
          </a:p>
        </p:txBody>
      </p:sp>
      <p:sp>
        <p:nvSpPr>
          <p:cNvPr id="7" name="kpi1_value"/>
          <p:cNvSpPr/>
          <p:nvPr/>
        </p:nvSpPr>
        <p:spPr>
          <a:xfrm>
            <a:off x="585216" y="292608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328416" y="201168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2F4F8"/>
          </a:solidFill>
          <a:ln w="9525">
            <a:solidFill>
              <a:srgbClr val="2E5395"/>
            </a:solidFill>
            <a:prstDash val="solid"/>
          </a:ln>
        </p:spPr>
      </p:sp>
      <p:sp>
        <p:nvSpPr>
          <p:cNvPr id="9" name="kpi2_label"/>
          <p:cNvSpPr/>
          <p:nvPr/>
        </p:nvSpPr>
        <p:spPr>
          <a:xfrm>
            <a:off x="3465576" y="22860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2 label</a:t>
            </a:r>
            <a:endParaRPr lang="en-US" sz="1400" dirty="0"/>
          </a:p>
        </p:txBody>
      </p:sp>
      <p:sp>
        <p:nvSpPr>
          <p:cNvPr id="10" name="kpi2_value"/>
          <p:cNvSpPr/>
          <p:nvPr/>
        </p:nvSpPr>
        <p:spPr>
          <a:xfrm>
            <a:off x="3465576" y="292608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6208776" y="201168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2F4F8"/>
          </a:solidFill>
          <a:ln w="9525">
            <a:solidFill>
              <a:srgbClr val="2E5395"/>
            </a:solidFill>
            <a:prstDash val="solid"/>
          </a:ln>
        </p:spPr>
      </p:sp>
      <p:sp>
        <p:nvSpPr>
          <p:cNvPr id="12" name="kpi3_label"/>
          <p:cNvSpPr/>
          <p:nvPr/>
        </p:nvSpPr>
        <p:spPr>
          <a:xfrm>
            <a:off x="6345936" y="22860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3 label</a:t>
            </a:r>
            <a:endParaRPr lang="en-US" sz="1400" dirty="0"/>
          </a:p>
        </p:txBody>
      </p:sp>
      <p:sp>
        <p:nvSpPr>
          <p:cNvPr id="13" name="kpi3_value"/>
          <p:cNvSpPr/>
          <p:nvPr/>
        </p:nvSpPr>
        <p:spPr>
          <a:xfrm>
            <a:off x="6345936" y="292608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9089136" y="201168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2F4F8"/>
          </a:solidFill>
          <a:ln w="9525">
            <a:solidFill>
              <a:srgbClr val="2E5395"/>
            </a:solidFill>
            <a:prstDash val="solid"/>
          </a:ln>
        </p:spPr>
      </p:sp>
      <p:sp>
        <p:nvSpPr>
          <p:cNvPr id="15" name="kpi4_label"/>
          <p:cNvSpPr/>
          <p:nvPr/>
        </p:nvSpPr>
        <p:spPr>
          <a:xfrm>
            <a:off x="9226296" y="22860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4 label</a:t>
            </a:r>
            <a:endParaRPr lang="en-US" sz="1400" dirty="0"/>
          </a:p>
        </p:txBody>
      </p:sp>
      <p:sp>
        <p:nvSpPr>
          <p:cNvPr id="16" name="kpi4_value"/>
          <p:cNvSpPr/>
          <p:nvPr/>
        </p:nvSpPr>
        <p:spPr>
          <a:xfrm>
            <a:off x="9226296" y="292608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2800" dirty="0"/>
          </a:p>
        </p:txBody>
      </p:sp>
      <p:sp>
        <p:nvSpPr>
          <p:cNvPr id="17" name="source_note"/>
          <p:cNvSpPr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workbook reference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2026-06-10T23:53:12Z</dcterms:created>
  <dcterms:modified xsi:type="dcterms:W3CDTF">2026-06-10T23:53:12Z</dcterms:modified>
</cp:coreProperties>
</file>