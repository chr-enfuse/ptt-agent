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2011680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_text"/>
          <p:cNvSpPr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Presentation Title</a:t>
            </a:r>
          </a:p>
        </p:txBody>
      </p:sp>
      <p:sp>
        <p:nvSpPr>
          <p:cNvPr id="5" name="subtitle_text"/>
          <p:cNvSpPr/>
          <p:nvPr/>
        </p:nvSpPr>
        <p:spPr>
          <a:xfrm>
            <a:off x="822960" y="3749039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D6DCE5"/>
                </a:solidFill>
                <a:latin typeface="Segoe UI"/>
              </a:rPr>
              <a:t>Client / engagement subtitle</a:t>
            </a:r>
          </a:p>
        </p:txBody>
      </p:sp>
      <p:sp>
        <p:nvSpPr>
          <p:cNvPr id="6" name="date_text"/>
          <p:cNvSpPr/>
          <p:nvPr/>
        </p:nvSpPr>
        <p:spPr>
          <a:xfrm>
            <a:off x="822960" y="5943600"/>
            <a:ext cx="5486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C9A227"/>
                </a:solidFill>
                <a:latin typeface="Segoe UI"/>
              </a:rP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ing_text"/>
          <p:cNvSpPr/>
          <p:nvPr/>
        </p:nvSpPr>
        <p:spPr>
          <a:xfrm>
            <a:off x="548640" y="0"/>
            <a:ext cx="1106424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rm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Financial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2011680"/>
            <a:ext cx="2651760" cy="2377440"/>
          </a:xfrm>
          <a:prstGeom prst="roundRect">
            <a:avLst>
              <a:gd name="adj" fmla="val 3076"/>
            </a:avLst>
          </a:prstGeom>
          <a:solidFill>
            <a:srgbClr val="F2F4F8"/>
          </a:solidFill>
          <a:ln w="9525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1_label"/>
          <p:cNvSpPr/>
          <p:nvPr/>
        </p:nvSpPr>
        <p:spPr>
          <a:xfrm>
            <a:off x="585216" y="2286000"/>
            <a:ext cx="23774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rmAutofit/>
          </a:bodyPr>
          <a:lstStyle/>
          <a:p>
            <a:pPr algn="ctr"/>
            <a:r>
              <a:rPr sz="1400" b="1" i="0">
                <a:solidFill>
                  <a:srgbClr val="595959"/>
                </a:solidFill>
                <a:latin typeface="Segoe UI"/>
              </a:rPr>
              <a:t>KPI 1 label</a:t>
            </a:r>
          </a:p>
        </p:txBody>
      </p:sp>
      <p:sp>
        <p:nvSpPr>
          <p:cNvPr id="7" name="kpi1_value"/>
          <p:cNvSpPr/>
          <p:nvPr/>
        </p:nvSpPr>
        <p:spPr>
          <a:xfrm>
            <a:off x="585216" y="2926080"/>
            <a:ext cx="237744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rmAutofit/>
          </a:bodyPr>
          <a:lstStyle/>
          <a:p>
            <a:pPr algn="ctr"/>
            <a:r>
              <a:rPr sz="2800" b="1" i="0">
                <a:solidFill>
                  <a:srgbClr val="1F3864"/>
                </a:solidFill>
                <a:latin typeface="Segoe UI"/>
              </a:rPr>
              <a:t>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8416" y="2011680"/>
            <a:ext cx="2651760" cy="2377440"/>
          </a:xfrm>
          <a:prstGeom prst="roundRect">
            <a:avLst>
              <a:gd name="adj" fmla="val 3076"/>
            </a:avLst>
          </a:prstGeom>
          <a:solidFill>
            <a:srgbClr val="F2F4F8"/>
          </a:solidFill>
          <a:ln w="9525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pi2_label"/>
          <p:cNvSpPr/>
          <p:nvPr/>
        </p:nvSpPr>
        <p:spPr>
          <a:xfrm>
            <a:off x="3465576" y="2286000"/>
            <a:ext cx="23774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rmAutofit/>
          </a:bodyPr>
          <a:lstStyle/>
          <a:p>
            <a:pPr algn="ctr"/>
            <a:r>
              <a:rPr sz="1400" b="1" i="0">
                <a:solidFill>
                  <a:srgbClr val="595959"/>
                </a:solidFill>
                <a:latin typeface="Segoe UI"/>
              </a:rPr>
              <a:t>KPI 2 label</a:t>
            </a:r>
          </a:p>
        </p:txBody>
      </p:sp>
      <p:sp>
        <p:nvSpPr>
          <p:cNvPr id="10" name="kpi2_value"/>
          <p:cNvSpPr/>
          <p:nvPr/>
        </p:nvSpPr>
        <p:spPr>
          <a:xfrm>
            <a:off x="3465576" y="2926080"/>
            <a:ext cx="237744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rmAutofit/>
          </a:bodyPr>
          <a:lstStyle/>
          <a:p>
            <a:pPr algn="ctr"/>
            <a:r>
              <a:rPr sz="2800" b="1" i="0">
                <a:solidFill>
                  <a:srgbClr val="1F3864"/>
                </a:solidFill>
                <a:latin typeface="Segoe UI"/>
              </a:rPr>
              <a:t>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2011680"/>
            <a:ext cx="2651760" cy="2377440"/>
          </a:xfrm>
          <a:prstGeom prst="roundRect">
            <a:avLst>
              <a:gd name="adj" fmla="val 3076"/>
            </a:avLst>
          </a:prstGeom>
          <a:solidFill>
            <a:srgbClr val="F2F4F8"/>
          </a:solidFill>
          <a:ln w="9525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pi3_label"/>
          <p:cNvSpPr/>
          <p:nvPr/>
        </p:nvSpPr>
        <p:spPr>
          <a:xfrm>
            <a:off x="6345936" y="2286000"/>
            <a:ext cx="23774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rmAutofit/>
          </a:bodyPr>
          <a:lstStyle/>
          <a:p>
            <a:pPr algn="ctr"/>
            <a:r>
              <a:rPr sz="1400" b="1" i="0">
                <a:solidFill>
                  <a:srgbClr val="595959"/>
                </a:solidFill>
                <a:latin typeface="Segoe UI"/>
              </a:rPr>
              <a:t>KPI 3 label</a:t>
            </a:r>
          </a:p>
        </p:txBody>
      </p:sp>
      <p:sp>
        <p:nvSpPr>
          <p:cNvPr id="13" name="kpi3_value"/>
          <p:cNvSpPr/>
          <p:nvPr/>
        </p:nvSpPr>
        <p:spPr>
          <a:xfrm>
            <a:off x="6345936" y="2926080"/>
            <a:ext cx="237744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rmAutofit/>
          </a:bodyPr>
          <a:lstStyle/>
          <a:p>
            <a:pPr algn="ctr"/>
            <a:r>
              <a:rPr sz="2800" b="1" i="0">
                <a:solidFill>
                  <a:srgbClr val="1F3864"/>
                </a:solidFill>
                <a:latin typeface="Segoe UI"/>
              </a:rPr>
              <a:t>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89136" y="2011680"/>
            <a:ext cx="2651760" cy="2377440"/>
          </a:xfrm>
          <a:prstGeom prst="roundRect">
            <a:avLst>
              <a:gd name="adj" fmla="val 3076"/>
            </a:avLst>
          </a:prstGeom>
          <a:solidFill>
            <a:srgbClr val="F2F4F8"/>
          </a:solidFill>
          <a:ln w="9525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kpi4_label"/>
          <p:cNvSpPr/>
          <p:nvPr/>
        </p:nvSpPr>
        <p:spPr>
          <a:xfrm>
            <a:off x="9226296" y="2286000"/>
            <a:ext cx="23774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rmAutofit/>
          </a:bodyPr>
          <a:lstStyle/>
          <a:p>
            <a:pPr algn="ctr"/>
            <a:r>
              <a:rPr sz="1400" b="1" i="0">
                <a:solidFill>
                  <a:srgbClr val="595959"/>
                </a:solidFill>
                <a:latin typeface="Segoe UI"/>
              </a:rPr>
              <a:t>KPI 4 label</a:t>
            </a:r>
          </a:p>
        </p:txBody>
      </p:sp>
      <p:sp>
        <p:nvSpPr>
          <p:cNvPr id="16" name="kpi4_value"/>
          <p:cNvSpPr/>
          <p:nvPr/>
        </p:nvSpPr>
        <p:spPr>
          <a:xfrm>
            <a:off x="9226296" y="2926080"/>
            <a:ext cx="237744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rmAutofit/>
          </a:bodyPr>
          <a:lstStyle/>
          <a:p>
            <a:pPr algn="ctr"/>
            <a:r>
              <a:rPr sz="2800" b="1" i="0">
                <a:solidFill>
                  <a:srgbClr val="1F3864"/>
                </a:solidFill>
                <a:latin typeface="Segoe UI"/>
              </a:rPr>
              <a:t>—</a:t>
            </a:r>
          </a:p>
        </p:txBody>
      </p:sp>
      <p:sp>
        <p:nvSpPr>
          <p:cNvPr id="17" name="source_note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Segoe UI"/>
              </a:rPr>
              <a:t>Source: workbook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